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40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902418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147353"/>
            <a:ext cx="4369676" cy="109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20"/>
              </a:lnSpc>
              <a:buNone/>
            </a:pPr>
            <a:r>
              <a:rPr lang="en-US" sz="2660" b="1" kern="0" spc="-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Современная картография: цифровой двойник вашего объекта</a:t>
            </a:r>
            <a:endParaRPr lang="en-US" sz="266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377653"/>
            <a:ext cx="3046876" cy="5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 геодезические решения на базе БПЛА: съёмка, обработка и готовые материалы в едином цикле.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984872"/>
            <a:ext cx="3275231" cy="5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9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Ортофотопланы, цифровые модели рельефа и топографическая съёмка под задачи проектирования и кадастра.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770275"/>
            <a:ext cx="1351138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Абсолютная точность</a:t>
            </a:r>
            <a:endParaRPr lang="en-US" sz="900" dirty="0"/>
          </a:p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 сантиметра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95337" y="1446514"/>
            <a:ext cx="712100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RTK STATUS: FIXED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PRECISION: 1 CM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GSD: 1.2 CM/PX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07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399342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ПОЗИЦИОНИРОВАНИЕ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651421"/>
            <a:ext cx="5411232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парадигмы: от точечных замеров</a:t>
            </a:r>
            <a:endParaRPr lang="en-US" sz="201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сплошному покрытию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1435482"/>
            <a:ext cx="1070723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ТРАДИЦИОННЫЕ МЕТОДЫ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3987463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598847" y="3983891"/>
            <a:ext cx="3374855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Медленный сбор данных и зависимость от человеческого фактора.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470595" y="4205682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598847" y="4202110"/>
            <a:ext cx="2479421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Пропуски и «слепые зоны» на сложном рельефе.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70595" y="4423901"/>
            <a:ext cx="8714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598847" y="4420329"/>
            <a:ext cx="3168744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доступ к опасным и труднодоступным участкам.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4770686" y="1435482"/>
            <a:ext cx="631999" cy="11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50" kern="0" spc="50" dirty="0">
                <a:solidFill>
                  <a:srgbClr val="F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ДРОНЫ + RTK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761533" y="3987574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4909765" y="3984003"/>
            <a:ext cx="2134523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съёмка до 100 га за один день.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4761533" y="4205794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909765" y="4202222"/>
            <a:ext cx="3327054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Полнота: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сплошное сканирование — миллионы точек, а не сотни.</a:t>
            </a:r>
            <a:endParaRPr lang="en-US" sz="790" dirty="0"/>
          </a:p>
        </p:txBody>
      </p:sp>
      <p:sp>
        <p:nvSpPr>
          <p:cNvPr id="17" name="Text 14"/>
          <p:cNvSpPr txBox="1"/>
          <p:nvPr/>
        </p:nvSpPr>
        <p:spPr>
          <a:xfrm>
            <a:off x="4761533" y="4424013"/>
            <a:ext cx="10832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dirty="0">
                <a:solidFill>
                  <a:srgbClr val="2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4909765" y="4420441"/>
            <a:ext cx="2897204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бесконтактная съёмка опасных объектов.</a:t>
            </a:r>
            <a:endParaRPr lang="en-US" sz="790" dirty="0"/>
          </a:p>
        </p:txBody>
      </p:sp>
      <p:sp>
        <p:nvSpPr>
          <p:cNvPr id="19" name="Text 1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49013"/>
            <a:ext cx="1707631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ТЕХНОЛОГИЧЕСКИЙ СТАНДАРТ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92610"/>
            <a:ext cx="4410259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Кинематика в реальном времени (RTK)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40930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91393"/>
            <a:ext cx="396218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RTK: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мгновенная коррекция координат со спутников — погрешность в плане и по высоте не более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мм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95134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933425"/>
            <a:ext cx="3868361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наземной опоры: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зависимость от опорных геодезических пунктов снижена, полевые работы ускоряются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3 раза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49337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475457"/>
            <a:ext cx="3630422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материалы готовятся под требования кадастрового учёта и профильных стандартов для проектных работ.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8015904" y="980831"/>
            <a:ext cx="591534" cy="20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RTK SYNC: 100%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FIXED</a:t>
            </a:r>
            <a:endParaRPr lang="en-US" sz="47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49013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ПРОДУКТ 01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36254"/>
            <a:ext cx="3929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ортофотопланов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000993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GSD ДО 1 СМ / ПИКСЕЛЬ</a:t>
            </a:r>
            <a:endParaRPr lang="en-US" sz="68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236566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74526" y="2347749"/>
            <a:ext cx="3602618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Абсолютная геометрия: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фотографическое качество с математической точностью карты.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479747" y="290769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74526" y="2889781"/>
            <a:ext cx="3820915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кадастровый учёт, выявление самозахватов и наложений границ.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44972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431813"/>
            <a:ext cx="367088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фиксация as-built — как построено — для контроля работы подрядчиков.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8015904" y="980831"/>
            <a:ext cx="591534" cy="20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ORTHOMOSAIC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GSD: 1.0 CM/PX</a:t>
            </a:r>
            <a:endParaRPr lang="en-US" sz="47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736326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ПРОДУКТ 02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988405"/>
            <a:ext cx="7205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модели рельефа и местности (ЦМР / ЦММ)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3099029"/>
            <a:ext cx="210612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точек: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исходные данные съёмки — миллионы измерений.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081970" y="2326542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370176" y="3099029"/>
            <a:ext cx="2335428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TIN-сетка: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поверхность рельефа для расчётов и проектирования.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981551" y="2326542"/>
            <a:ext cx="113764" cy="2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5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69757" y="3099141"/>
            <a:ext cx="2528760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3D-модель: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текстурированный двойник объекта для работы и презентаций.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8290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811102"/>
            <a:ext cx="2495631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данных: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тысячи точек на квадратный метр — без «слепых» зон.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3309900" y="38290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3504679" y="3811102"/>
            <a:ext cx="2165760" cy="42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уклонов: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анализ водоотведения, инсоляции и вертикальной планировки.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6140165" y="38290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6334944" y="3811102"/>
            <a:ext cx="2325253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объёмов: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выемка и насыпь земляных масс с погрешностью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449013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ПРОДУКТ 03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57437"/>
            <a:ext cx="4390263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Топографическая съёмка нового формата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25594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238025"/>
            <a:ext cx="2356252" cy="14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масштабы: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планы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1:500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1:1000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79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1:2000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65733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639415"/>
            <a:ext cx="3935684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Векторизация: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конвертация облаков точек в стандартные чертежи без потери качества.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9936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181447"/>
            <a:ext cx="3717978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подход: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аэрофотосъёмка плюс наземное дообследование подземных коммуникаций.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966135" y="3767386"/>
            <a:ext cx="3106864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DWG / DXF — готово к загрузке в проектные системы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639216"/>
            <a:ext cx="83917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РЕЗУЛЬТАТ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44514"/>
            <a:ext cx="3353558" cy="56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Бесшовная интеграция</a:t>
            </a:r>
            <a:endParaRPr lang="en-US" sz="201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sz="201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ваши бизнес-процессы</a:t>
            </a:r>
            <a:endParaRPr lang="en-US" sz="201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44301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425102"/>
            <a:ext cx="165509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Кадастровый инженер: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межевание и постановка границ.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672655" y="244301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2867434" y="2425102"/>
            <a:ext cx="1627648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контроль земляных работ и объёмов.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299409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2976176"/>
            <a:ext cx="1655571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Архитектор: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BIM и генеральный план.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2672655" y="299409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2867434" y="2976176"/>
            <a:ext cx="1721947" cy="2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Инвестор: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мониторинг бюджета и хода работ.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7935447" y="1171033"/>
            <a:ext cx="671990" cy="20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BASE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BIM-READY</a:t>
            </a:r>
            <a:endParaRPr lang="en-US" sz="470" dirty="0"/>
          </a:p>
        </p:txBody>
      </p:sp>
      <p:sp>
        <p:nvSpPr>
          <p:cNvPr id="14" name="Text 11"/>
          <p:cNvSpPr txBox="1"/>
          <p:nvPr/>
        </p:nvSpPr>
        <p:spPr>
          <a:xfrm>
            <a:off x="817052" y="4205834"/>
            <a:ext cx="3255235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рисков: коллизии исключены до начала СМР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5198087" y="4205834"/>
            <a:ext cx="3002152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времени: цикл изысканий короче на 60%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Экран (16:9)</PresentationFormat>
  <Paragraphs>98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Современная картография: цифровой двойник объекта — UNB Group</dc:title>
  <dc:subject>PptxGenJS Presentation</dc:subject>
  <dc:creator>PptxGenJS</dc:creator>
  <cp:lastModifiedBy>Amir Sh</cp:lastModifiedBy>
  <cp:revision>2</cp:revision>
  <dcterms:created xsi:type="dcterms:W3CDTF">2026-10-04T14:14:11Z</dcterms:created>
  <dcterms:modified xsi:type="dcterms:W3CDTF">2026-10-04T14:14:46Z</dcterms:modified>
</cp:coreProperties>
</file>