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006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074426"/>
            <a:ext cx="607625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ТИТУЛ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319361"/>
            <a:ext cx="3556828" cy="109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20"/>
              </a:lnSpc>
              <a:buNone/>
            </a:pPr>
            <a:r>
              <a:rPr lang="en-US" sz="2660" b="1" kern="0" spc="-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Farming: цифровой двойник вашего агробизнеса</a:t>
            </a:r>
            <a:endParaRPr lang="en-US" sz="2660" dirty="0"/>
          </a:p>
        </p:txBody>
      </p:sp>
      <p:sp>
        <p:nvSpPr>
          <p:cNvPr id="5" name="Text 2"/>
          <p:cNvSpPr txBox="1"/>
          <p:nvPr/>
        </p:nvSpPr>
        <p:spPr>
          <a:xfrm>
            <a:off x="554757" y="2549661"/>
            <a:ext cx="2864311" cy="3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9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экосистема точного земледелия для максимальной рентабельности каждого гектара.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554757" y="2984872"/>
            <a:ext cx="3268605" cy="3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9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Автопилот с RTK, мониторинг полей с воздуха и карты-задания в одном контуре.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507206" y="3598267"/>
            <a:ext cx="1351138" cy="29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Абсолютная точность</a:t>
            </a:r>
            <a:endParaRPr lang="en-US" sz="900" dirty="0"/>
          </a:p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 сантиметра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975675" y="1446514"/>
            <a:ext cx="631762" cy="307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RTK: FIXED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PRECISION: 1 CM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AUTO</a:t>
            </a:r>
            <a:endParaRPr lang="en-US" sz="470" dirty="0"/>
          </a:p>
        </p:txBody>
      </p:sp>
      <p:sp>
        <p:nvSpPr>
          <p:cNvPr id="9" name="Text 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07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399342"/>
            <a:ext cx="124453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ПОЗИЦИОНИРОВАНИЕ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651421"/>
            <a:ext cx="5541856" cy="56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парадигмы: от «работы на глазок»</a:t>
            </a:r>
            <a:endParaRPr lang="en-US" sz="201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тотальному контролю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1435482"/>
            <a:ext cx="1070723" cy="11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50" kern="0" spc="50" dirty="0">
                <a:solidFill>
                  <a:srgbClr val="F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ТРАДИЦИОННЫЙ ПОДХОД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470595" y="3987463"/>
            <a:ext cx="8714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598847" y="3983891"/>
            <a:ext cx="2845380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Перерасход химии и семян из-за перекрытий — </a:t>
            </a: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15%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470595" y="4205682"/>
            <a:ext cx="8714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598847" y="4202110"/>
            <a:ext cx="2078086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Потери урожая из-за огрехов и недосева.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470595" y="4423901"/>
            <a:ext cx="8714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598847" y="4420329"/>
            <a:ext cx="2471021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Человеческий фактор и усталость механизатора.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4770686" y="1435482"/>
            <a:ext cx="1344985" cy="11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50" kern="0" spc="50" dirty="0">
                <a:solidFill>
                  <a:srgbClr val="F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ЭКОСИСТЕМА SMART FARMING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4761533" y="3987574"/>
            <a:ext cx="10832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2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4909765" y="3984003"/>
            <a:ext cx="3046521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Исключение слепых зон: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точность прохода линия в линию.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4761533" y="4205794"/>
            <a:ext cx="10832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2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4909765" y="4202222"/>
            <a:ext cx="258425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ТМЦ: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экономия до 20% на ресурсах.</a:t>
            </a:r>
            <a:endParaRPr lang="en-US" sz="790" dirty="0"/>
          </a:p>
        </p:txBody>
      </p:sp>
      <p:sp>
        <p:nvSpPr>
          <p:cNvPr id="17" name="Text 14"/>
          <p:cNvSpPr txBox="1"/>
          <p:nvPr/>
        </p:nvSpPr>
        <p:spPr>
          <a:xfrm>
            <a:off x="4761533" y="4424013"/>
            <a:ext cx="10832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2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90" dirty="0"/>
          </a:p>
        </p:txBody>
      </p:sp>
      <p:sp>
        <p:nvSpPr>
          <p:cNvPr id="18" name="Text 15"/>
          <p:cNvSpPr txBox="1"/>
          <p:nvPr/>
        </p:nvSpPr>
        <p:spPr>
          <a:xfrm>
            <a:off x="4909765" y="4420441"/>
            <a:ext cx="3035281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Автономность 24/7: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работа в условиях нулевой видимости.</a:t>
            </a:r>
            <a:endParaRPr lang="en-US" sz="790" dirty="0"/>
          </a:p>
        </p:txBody>
      </p:sp>
      <p:sp>
        <p:nvSpPr>
          <p:cNvPr id="19" name="Text 1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07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449013"/>
            <a:ext cx="89715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ИСПОЛНЕНИЕ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611920"/>
            <a:ext cx="3766844" cy="56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Автопилот NX610: точность, автономность, экономия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41042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392509"/>
            <a:ext cx="3937695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Кинематика в реальном времени (RTK):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погрешность хода не более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см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81181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793898"/>
            <a:ext cx="3612556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Исключение перекрытий: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ровные стыковые междурядья из года в год.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213204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195288"/>
            <a:ext cx="3964199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Универсальность: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установка на любой парк техники — от МТЗ до John Deere.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614594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596677"/>
            <a:ext cx="3505005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24/7: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автономное рулевое управление ночью, в туман и пыль.</a:t>
            </a:r>
            <a:endParaRPr lang="en-US" sz="79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07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449013"/>
            <a:ext cx="955008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СБОР ДАННЫХ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471278"/>
            <a:ext cx="4034480" cy="56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полей: проблемы видно на ранней стадии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269783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251866"/>
            <a:ext cx="3516364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Сплошное покрытие: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съёмка до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га за день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одним комплексом.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671172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653256"/>
            <a:ext cx="3678460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Мультиспектральный анализ: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расчёт вегетационных индексов (NDVI) и выявление стресса растений.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213204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195288"/>
            <a:ext cx="3795595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Инвентаризация земель: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точный обмер полей, выявление самозахватов и заболачивания.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755236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737320"/>
            <a:ext cx="324766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всходов: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оценка густоты посевов без пеших обходов.</a:t>
            </a:r>
            <a:endParaRPr lang="en-US" sz="79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07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876857"/>
            <a:ext cx="839174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АНАЛИТИКА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128936"/>
            <a:ext cx="4676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Превращение пикселей в прибыль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0595" y="3239560"/>
            <a:ext cx="2250002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точек: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сырые данные съёмки с дрона.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081970" y="2467073"/>
            <a:ext cx="113764" cy="21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5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370176" y="3239560"/>
            <a:ext cx="2508291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3D-модель рельефа (ЦМР):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анализ водоотведения и прогноз смыва плодородного слоя.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981551" y="2467073"/>
            <a:ext cx="113764" cy="21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5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269757" y="3239672"/>
            <a:ext cx="2558340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Дифференцированное внесение (VRA):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удобрения вносятся только там, где нужны.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292455" y="3968081"/>
            <a:ext cx="2304429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Карты-задания уходят прямо в технику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5452468" y="3968081"/>
            <a:ext cx="2493501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считается по каждому участку поля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07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795708"/>
            <a:ext cx="839174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ПЛАТФОРМА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574192"/>
            <a:ext cx="3353558" cy="56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Бесшовная интеграция</a:t>
            </a:r>
            <a:endParaRPr lang="en-US" sz="201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ваши бизнес-процессы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372697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354781"/>
            <a:ext cx="1801102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Дроны — сбор: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мониторинг полей, NDVI, ортофотопланы.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2672655" y="2372697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2867434" y="2354781"/>
            <a:ext cx="1673792" cy="42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NX610 — исполнение: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автопилотирование и дифференцированное внесение.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064413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046497"/>
            <a:ext cx="1765489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— аналитика: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обработка данных и карты-задания.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2672655" y="3064413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2867434" y="3046497"/>
            <a:ext cx="1674265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— контроль: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сквозная аналитика для владельца.</a:t>
            </a:r>
            <a:endParaRPr lang="en-US" sz="790" dirty="0"/>
          </a:p>
        </p:txBody>
      </p:sp>
      <p:sp>
        <p:nvSpPr>
          <p:cNvPr id="13" name="Text 10"/>
          <p:cNvSpPr txBox="1"/>
          <p:nvPr/>
        </p:nvSpPr>
        <p:spPr>
          <a:xfrm>
            <a:off x="1923089" y="4049341"/>
            <a:ext cx="1043273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рисков</a:t>
            </a:r>
            <a:endParaRPr lang="en-US" sz="860" dirty="0"/>
          </a:p>
        </p:txBody>
      </p:sp>
      <p:sp>
        <p:nvSpPr>
          <p:cNvPr id="14" name="Text 11"/>
          <p:cNvSpPr txBox="1"/>
          <p:nvPr/>
        </p:nvSpPr>
        <p:spPr>
          <a:xfrm>
            <a:off x="5837950" y="4049341"/>
            <a:ext cx="1722539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 для инвестора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07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507628"/>
            <a:ext cx="839174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ЭКОНОМИКА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759707"/>
            <a:ext cx="78222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Финансовая отдача: окупаемость менее чем за один сезон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2201949"/>
            <a:ext cx="162114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880" b="1" kern="0" spc="-6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−15–20%</a:t>
            </a:r>
            <a:endParaRPr lang="en-US" sz="2880" dirty="0"/>
          </a:p>
        </p:txBody>
      </p:sp>
      <p:sp>
        <p:nvSpPr>
          <p:cNvPr id="6" name="Text 3"/>
          <p:cNvSpPr txBox="1"/>
          <p:nvPr/>
        </p:nvSpPr>
        <p:spPr>
          <a:xfrm>
            <a:off x="372256" y="2764080"/>
            <a:ext cx="2614304" cy="30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 ГСМ, семян и удобрений.</a:t>
            </a: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 счёт исключения перекрытий и точных норм внесения.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3245048" y="2201949"/>
            <a:ext cx="162114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880" b="1" kern="0" spc="-6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+10–15%</a:t>
            </a:r>
            <a:endParaRPr lang="en-US" sz="2880" dirty="0"/>
          </a:p>
        </p:txBody>
      </p:sp>
      <p:sp>
        <p:nvSpPr>
          <p:cNvPr id="8" name="Text 5"/>
          <p:cNvSpPr txBox="1"/>
          <p:nvPr/>
        </p:nvSpPr>
        <p:spPr>
          <a:xfrm>
            <a:off x="3245048" y="2764080"/>
            <a:ext cx="2589813" cy="30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Урожайность.</a:t>
            </a: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Своевременные агрооперации, точный высев и дифференцированное внесение.</a:t>
            </a:r>
            <a:endParaRPr lang="en-US" sz="830" dirty="0"/>
          </a:p>
        </p:txBody>
      </p:sp>
      <p:sp>
        <p:nvSpPr>
          <p:cNvPr id="9" name="Text 6"/>
          <p:cNvSpPr txBox="1"/>
          <p:nvPr/>
        </p:nvSpPr>
        <p:spPr>
          <a:xfrm>
            <a:off x="6117952" y="2201949"/>
            <a:ext cx="998549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880" b="1" kern="0" spc="-6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2880" dirty="0"/>
          </a:p>
        </p:txBody>
      </p:sp>
      <p:sp>
        <p:nvSpPr>
          <p:cNvPr id="10" name="Text 7"/>
          <p:cNvSpPr txBox="1"/>
          <p:nvPr/>
        </p:nvSpPr>
        <p:spPr>
          <a:xfrm>
            <a:off x="6117952" y="2764080"/>
            <a:ext cx="2622113" cy="30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Выработка техники.</a:t>
            </a: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Круглосуточная автономная работа без потери качества.</a:t>
            </a:r>
            <a:endParaRPr lang="en-US" sz="830" dirty="0"/>
          </a:p>
        </p:txBody>
      </p:sp>
      <p:sp>
        <p:nvSpPr>
          <p:cNvPr id="11" name="Text 8"/>
          <p:cNvSpPr txBox="1"/>
          <p:nvPr/>
        </p:nvSpPr>
        <p:spPr>
          <a:xfrm>
            <a:off x="1535037" y="3337310"/>
            <a:ext cx="6073815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инвестиций: прозрачный контроль над ТМЦ и исключение нецелевого использования ресурсов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07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Microsoft Office PowerPoint</Application>
  <PresentationFormat>Экран (16:9)</PresentationFormat>
  <Paragraphs>91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UNB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Farming: цифровой двойник агробизнеса — UNB Group</dc:title>
  <dc:subject>PptxGenJS Presentation</dc:subject>
  <dc:creator>PptxGenJS</dc:creator>
  <cp:lastModifiedBy>Amir Sh</cp:lastModifiedBy>
  <cp:revision>2</cp:revision>
  <dcterms:created xsi:type="dcterms:W3CDTF">2026-10-04T14:14:04Z</dcterms:created>
  <dcterms:modified xsi:type="dcterms:W3CDTF">2026-10-04T14:14:42Z</dcterms:modified>
</cp:coreProperties>
</file>